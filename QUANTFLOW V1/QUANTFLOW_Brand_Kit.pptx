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QUANTFLOW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 Identity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Concept &amp; Visual Guidelines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CONCEPT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000000"/>
                </a:solidFill>
              </a:rPr>
              <a:t>⚡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QUANTFLOW Logo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Geometric + Quantum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FORME : Fusion de 3 éléments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Hexagone (stabilité)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Onde (flux, mouvement)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Quantum particle (technologie)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STRUCTURE : Lignes épurées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Minimalisme moderne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Géométrie asymétrique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DYNAMIQUE : Effet de flux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Lignes courbes qui s'entrecroisent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Sensation de mouvement d'énergie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 &amp; VARIATIONS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63040" cy="731520"/>
          </a:xfrm>
          <a:prstGeom prst="rect">
            <a:avLst/>
          </a:prstGeom>
          <a:solidFill>
            <a:srgbClr val="00D9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Électrique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#00D9FF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1463040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Premium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#FFD700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14630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Quantum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#7C3AED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1463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Moderne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#06B6D4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0" y="1097280"/>
            <a:ext cx="1463040" cy="7315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#E8E8E8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VARIATIONS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4630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9FF"/>
                </a:solidFill>
              </a:rPr>
              <a:t>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Full Color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3383280"/>
            <a:ext cx="14630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9FF"/>
                </a:solidFill>
              </a:rPr>
              <a:t>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01752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Monochrome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383280"/>
            <a:ext cx="14630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9FF"/>
                </a:solidFill>
              </a:rPr>
              <a:t>⚡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5778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Glyph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383280"/>
            <a:ext cx="14630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9FF"/>
                </a:solidFill>
              </a:rPr>
              <a:t>⚡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68096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Wordmark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BIO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A1F2E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QUANTFLOW | Institutional Liquidity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flow analysis for sophisticated traders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Quantum-powered algorithms | 📊 Institutional-grade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A1F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QUANTFLOW | Intelligence des Flux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Analysez les flux institutionnels en temps réel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Beta Phase — Accès anticipé disponible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Révolution du trading institutionnel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A1F2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QUANTFLOW | The Future of Trading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liquidity insights. Premium analytics. Coming to reshape everything.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Limited early access | Building the next frontier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GUIDELINES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Header: Georgia, 28-44pt, Cyan ou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Body: Calibri, 11-14pt, Argent (#E8E8E8)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Accent: Italic pour premium messaging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&amp; VOICE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Premium. Confiant. Sophistiqué.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Détail technique mêlé à élégance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Allusion à l'innovation en cours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Jamais hype, toujours premium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Fond: Noir profond (#0F1419)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Bordures: Cyan électrique (2px)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Espacement: Minimaliste &amp; épuré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Symboles: ⚡ (lightning), 🔬, 📊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2026-04-14T02:54:43Z</dcterms:created>
  <dcterms:modified xsi:type="dcterms:W3CDTF">2026-04-14T02:54:43Z</dcterms:modified>
</cp:coreProperties>
</file>